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0" d="100"/>
          <a:sy n="60" d="100"/>
        </p:scale>
        <p:origin x="7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de-D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de-D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941B0-F4D5-4460-BCAD-F7E2B41A8257}" type="datetimeFigureOut">
              <a:rPr lang="de-DE" smtClean="0"/>
              <a:t>01.10.2026</a:t>
            </a:fld>
            <a:endParaRPr lang="de-D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6CCC6-2BE5-4E42-96A4-D1E8E81A3D8E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machinelearningmastery.com/how-to-configure-image-data-augmentation-when-training-deep-learning-neural-network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graph with green bars&#10;&#10;Description automatically generated">
            <a:extLst>
              <a:ext uri="{FF2B5EF4-FFF2-40B4-BE49-F238E27FC236}">
                <a16:creationId xmlns:a16="http://schemas.microsoft.com/office/drawing/2014/main" id="{2DC5FB66-06B9-0D8A-F2EB-E3AA3ECB3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30949" y="265813"/>
            <a:ext cx="5908158" cy="3561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748348A-B9BB-AB22-B0DA-F51551861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9966" y="3944679"/>
            <a:ext cx="5519141" cy="26475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B563D7-D2BD-E155-F7A7-D2772A8B28EF}"/>
              </a:ext>
            </a:extLst>
          </p:cNvPr>
          <p:cNvSpPr txBox="1"/>
          <p:nvPr/>
        </p:nvSpPr>
        <p:spPr>
          <a:xfrm>
            <a:off x="552891" y="265813"/>
            <a:ext cx="466769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cleaning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engineering and </a:t>
            </a:r>
            <a:r>
              <a:rPr lang="fr-FR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augmentation</a:t>
            </a:r>
            <a:r>
              <a:rPr lang="fr-FR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0" i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fr-FR" sz="2400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SMOTE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evaluated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 Classifier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cross-validation, and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got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 important </a:t>
            </a:r>
            <a:r>
              <a:rPr lang="fr-CH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r>
              <a:rPr lang="fr-CH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BBA9FE0-70B5-A9C3-ADC1-F64CB0506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91" y="2758020"/>
            <a:ext cx="4869713" cy="4025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ABDESSAMAD TAOUFIQ</cp:lastModifiedBy>
  <cp:revision>3</cp:revision>
  <dcterms:created xsi:type="dcterms:W3CDTF">2021-12-05T14:19:41Z</dcterms:created>
  <dcterms:modified xsi:type="dcterms:W3CDTF">2026-10-01T12:09:11Z</dcterms:modified>
</cp:coreProperties>
</file>